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291840" cy="3291840"/>
          </a:xfrm>
          <a:prstGeom prst="ellipse">
            <a:avLst/>
          </a:prstGeom>
          <a:solidFill>
            <a:srgbClr val="3FC1C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am_ppt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548" y="1137148"/>
            <a:ext cx="542056" cy="542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SECURITY ANALYST TRACK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Status Update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IAM Project — Design, Planning &amp; Tooling Setup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3FC1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6,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days, one clear direction: Healthcare IAM Analyst project scoped, planned, and tooled 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3246120"/>
            <a:ext cx="10332720" cy="0"/>
          </a:xfrm>
          <a:prstGeom prst="line">
            <a:avLst/>
          </a:prstGeom>
          <a:noFill/>
          <a:ln w="38100">
            <a:solidFill>
              <a:srgbClr val="D7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5406" y="3145536"/>
            <a:ext cx="201168" cy="201168"/>
          </a:xfrm>
          <a:prstGeom prst="ellipse">
            <a:avLst/>
          </a:prstGeom>
          <a:solidFill>
            <a:srgbClr val="3FC1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7370" y="20116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iam_ppt/icons/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639" y="2104949"/>
            <a:ext cx="590702" cy="5907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1732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3566160"/>
            <a:ext cx="2308860" cy="1691640"/>
          </a:xfrm>
          <a:prstGeom prst="roundRect">
            <a:avLst>
              <a:gd name="adj" fmla="val 4324"/>
            </a:avLst>
          </a:prstGeom>
          <a:solidFill>
            <a:srgbClr val="E9F1F7"/>
          </a:solidFill>
          <a:ln/>
          <a:effectLst>
            <a:outerShdw sx="100000" sy="100000" kx="0" ky="0" algn="bl" rotWithShape="0" blurRad="76200" dist="25400" dir="5400000">
              <a:srgbClr val="1B2B3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207008" y="3703320"/>
            <a:ext cx="20345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07008" y="4114800"/>
            <a:ext cx="20345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Analyst focus finalized; Healthcare sector selected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88586" y="3145536"/>
            <a:ext cx="201168" cy="201168"/>
          </a:xfrm>
          <a:prstGeom prst="ellipse">
            <a:avLst/>
          </a:prstGeom>
          <a:solidFill>
            <a:srgbClr val="3FC1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055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iam_ppt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819" y="2104949"/>
            <a:ext cx="590702" cy="5907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9020" y="141732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34740" y="3566160"/>
            <a:ext cx="2308860" cy="1691640"/>
          </a:xfrm>
          <a:prstGeom prst="roundRect">
            <a:avLst>
              <a:gd name="adj" fmla="val 4324"/>
            </a:avLst>
          </a:prstGeom>
          <a:solidFill>
            <a:srgbClr val="E9F1F7"/>
          </a:solidFill>
          <a:ln/>
          <a:effectLst>
            <a:outerShdw sx="100000" sy="100000" kx="0" ky="0" algn="bl" rotWithShape="0" blurRad="76200" dist="25400" dir="5400000">
              <a:srgbClr val="1B2B3A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790188" y="3703320"/>
            <a:ext cx="20345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Set Up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790188" y="4114800"/>
            <a:ext cx="20345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 pushed to GitHub; Monday.com onboarding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271766" y="3145536"/>
            <a:ext cx="201168" cy="201168"/>
          </a:xfrm>
          <a:prstGeom prst="ellipse">
            <a:avLst/>
          </a:prstGeom>
          <a:solidFill>
            <a:srgbClr val="3FC1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83730" y="20116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/home/claude/iam_ppt/icons/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6999" y="2104949"/>
            <a:ext cx="590702" cy="59070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141732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3566160"/>
            <a:ext cx="2308860" cy="1691640"/>
          </a:xfrm>
          <a:prstGeom prst="roundRect">
            <a:avLst>
              <a:gd name="adj" fmla="val 4324"/>
            </a:avLst>
          </a:prstGeom>
          <a:solidFill>
            <a:srgbClr val="E9F1F7"/>
          </a:solidFill>
          <a:ln/>
          <a:effectLst>
            <a:outerShdw sx="100000" sy="100000" kx="0" ky="0" algn="bl" rotWithShape="0" blurRad="76200" dist="25400" dir="5400000">
              <a:srgbClr val="1B2B3A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373368" y="3703320"/>
            <a:ext cx="20345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Built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373368" y="4114800"/>
            <a:ext cx="20345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12-week project board built; mentor feedback requested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854946" y="3145536"/>
            <a:ext cx="201168" cy="201168"/>
          </a:xfrm>
          <a:prstGeom prst="ellipse">
            <a:avLst/>
          </a:prstGeom>
          <a:solidFill>
            <a:srgbClr val="3FC1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56691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/home/claude/iam_ppt/icons/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179" y="2104949"/>
            <a:ext cx="590702" cy="59070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755380" y="1417320"/>
            <a:ext cx="24003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801100" y="3566160"/>
            <a:ext cx="2308860" cy="1691640"/>
          </a:xfrm>
          <a:prstGeom prst="roundRect">
            <a:avLst>
              <a:gd name="adj" fmla="val 4324"/>
            </a:avLst>
          </a:prstGeom>
          <a:solidFill>
            <a:srgbClr val="E9F1F7"/>
          </a:solidFill>
          <a:ln/>
          <a:effectLst>
            <a:outerShdw sx="100000" sy="100000" kx="0" ky="0" algn="bl" rotWithShape="0" blurRad="76200" dist="25400" dir="5400000">
              <a:srgbClr val="1B2B3A">
                <a:alpha val="1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956548" y="3703320"/>
            <a:ext cx="20345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Completed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8956548" y="4114800"/>
            <a:ext cx="20345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finalized; prepped to publish to GitHub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Update  |  August 6, 2026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Week: Defining the 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– Tuesday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394960" cy="5074920"/>
          </a:xfrm>
          <a:prstGeom prst="roundRect">
            <a:avLst>
              <a:gd name="adj" fmla="val 1622"/>
            </a:avLst>
          </a:prstGeom>
          <a:solidFill>
            <a:srgbClr val="E9F1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35024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/home/claude/iam_ppt/icons/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11" y="1403055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0020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 finalized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8680" y="24140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229514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the IAM project design document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3072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295351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IAM Security Analyst as the target focus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37307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361188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Healthcare after comparing IAM sector opportunities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43891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1115568" y="427024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the project to Healthcare IAM Project Design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68680" y="504748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7"/>
          <p:cNvSpPr/>
          <p:nvPr/>
        </p:nvSpPr>
        <p:spPr>
          <a:xfrm>
            <a:off x="1115568" y="492861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core IAM analyst responsibilities to cover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68680" y="570585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19"/>
          <p:cNvSpPr/>
          <p:nvPr/>
        </p:nvSpPr>
        <p:spPr>
          <a:xfrm>
            <a:off x="1115568" y="558698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LinkedIn postings and ChatGPT to refine project scope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172200" y="1143000"/>
            <a:ext cx="5394960" cy="5074920"/>
          </a:xfrm>
          <a:prstGeom prst="roundRect">
            <a:avLst>
              <a:gd name="adj" fmla="val 1622"/>
            </a:avLst>
          </a:prstGeom>
          <a:solidFill>
            <a:srgbClr val="E9F1F7"/>
          </a:solidFill>
          <a:ln/>
        </p:spPr>
      </p:sp>
      <p:sp>
        <p:nvSpPr>
          <p:cNvPr id="24" name="Shape 21"/>
          <p:cNvSpPr/>
          <p:nvPr/>
        </p:nvSpPr>
        <p:spPr>
          <a:xfrm>
            <a:off x="6172200" y="114300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25" name="Shape 22"/>
          <p:cNvSpPr/>
          <p:nvPr/>
        </p:nvSpPr>
        <p:spPr>
          <a:xfrm>
            <a:off x="6172200" y="1600200"/>
            <a:ext cx="53949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3"/>
          <p:cNvSpPr/>
          <p:nvPr/>
        </p:nvSpPr>
        <p:spPr>
          <a:xfrm>
            <a:off x="6492240" y="1335024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1" descr="/home/claude/iam_ppt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71" y="1403055"/>
            <a:ext cx="430865" cy="43086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22376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22376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&amp; workflow setup</a:t>
            </a:r>
            <a:endParaRPr lang="en-US" sz="1700" dirty="0"/>
          </a:p>
        </p:txBody>
      </p:sp>
      <p:sp>
        <p:nvSpPr>
          <p:cNvPr id="30" name="Shape 26"/>
          <p:cNvSpPr/>
          <p:nvPr/>
        </p:nvSpPr>
        <p:spPr>
          <a:xfrm>
            <a:off x="6492240" y="24140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7"/>
          <p:cNvSpPr/>
          <p:nvPr/>
        </p:nvSpPr>
        <p:spPr>
          <a:xfrm>
            <a:off x="6739128" y="229514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finalized project design document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492240" y="3072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29"/>
          <p:cNvSpPr/>
          <p:nvPr/>
        </p:nvSpPr>
        <p:spPr>
          <a:xfrm>
            <a:off x="6739128" y="295351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the design document to GitHub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492240" y="37307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1"/>
          <p:cNvSpPr/>
          <p:nvPr/>
        </p:nvSpPr>
        <p:spPr>
          <a:xfrm>
            <a:off x="6739128" y="361188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a Monday.com introduction session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492240" y="4389120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3"/>
          <p:cNvSpPr/>
          <p:nvPr/>
        </p:nvSpPr>
        <p:spPr>
          <a:xfrm>
            <a:off x="6739128" y="4270248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cloud-based work management concepts</a:t>
            </a:r>
            <a:endParaRPr lang="en-US" sz="1250" dirty="0"/>
          </a:p>
        </p:txBody>
      </p:sp>
      <p:sp>
        <p:nvSpPr>
          <p:cNvPr id="38" name="Shape 34"/>
          <p:cNvSpPr/>
          <p:nvPr/>
        </p:nvSpPr>
        <p:spPr>
          <a:xfrm>
            <a:off x="6492240" y="504748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9" name="Text 35"/>
          <p:cNvSpPr/>
          <p:nvPr/>
        </p:nvSpPr>
        <p:spPr>
          <a:xfrm>
            <a:off x="6739128" y="4928616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Monday.com features for project tracking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Update  |  August 6, 2026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Week: Building the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 – Thursday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394960" cy="5074920"/>
          </a:xfrm>
          <a:prstGeom prst="roundRect">
            <a:avLst>
              <a:gd name="adj" fmla="val 1622"/>
            </a:avLst>
          </a:prstGeom>
          <a:solidFill>
            <a:srgbClr val="E9F1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35024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" name="Image 0" descr="/home/claude/iam_ppt/icons/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711" y="1403055"/>
            <a:ext cx="430865" cy="4308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60020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12-week board built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8680" y="24140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229514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 12-week project board in Monday.com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3072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295351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the board around the Healthcare IAM roadmap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37307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361188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mentor feedback on the board and project plan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172200" y="1143000"/>
            <a:ext cx="5394960" cy="5074920"/>
          </a:xfrm>
          <a:prstGeom prst="roundRect">
            <a:avLst>
              <a:gd name="adj" fmla="val 1622"/>
            </a:avLst>
          </a:prstGeom>
          <a:solidFill>
            <a:srgbClr val="E9F1F7"/>
          </a:solidFill>
          <a:ln/>
        </p:spPr>
      </p:sp>
      <p:sp>
        <p:nvSpPr>
          <p:cNvPr id="18" name="Shape 15"/>
          <p:cNvSpPr/>
          <p:nvPr/>
        </p:nvSpPr>
        <p:spPr>
          <a:xfrm>
            <a:off x="6172200" y="1143000"/>
            <a:ext cx="5394960" cy="960120"/>
          </a:xfrm>
          <a:prstGeom prst="roundRect">
            <a:avLst>
              <a:gd name="adj" fmla="val 8571"/>
            </a:avLst>
          </a:prstGeom>
          <a:solidFill>
            <a:srgbClr val="1C7293"/>
          </a:solidFill>
          <a:ln/>
        </p:spPr>
      </p:sp>
      <p:sp>
        <p:nvSpPr>
          <p:cNvPr id="19" name="Shape 16"/>
          <p:cNvSpPr/>
          <p:nvPr/>
        </p:nvSpPr>
        <p:spPr>
          <a:xfrm>
            <a:off x="6172200" y="1600200"/>
            <a:ext cx="53949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7"/>
          <p:cNvSpPr/>
          <p:nvPr/>
        </p:nvSpPr>
        <p:spPr>
          <a:xfrm>
            <a:off x="6492240" y="1335024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1" name="Image 1" descr="/home/claude/iam_ppt/icons/fl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71" y="1403055"/>
            <a:ext cx="430865" cy="43086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2376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FC1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223760" y="15361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finalized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492240" y="2414016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6739128" y="2295144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Monday.com project board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92240" y="3072384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/>
          <p:nvPr/>
        </p:nvSpPr>
        <p:spPr>
          <a:xfrm>
            <a:off x="6739128" y="2953512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final structure and task detail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92240" y="373075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6739128" y="361188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to publish the completed board to GitHub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Update  |  August 6, 2026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week's work leaves the project standing.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am_ppt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962" y="209946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Direction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Security Analyst path confirmed as the project focus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9272" y="16916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3A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10812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am_ppt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594" y="2099462"/>
            <a:ext cx="555955" cy="5559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Selected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34290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chosen after comparing IAM opportunities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16916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3A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81444" y="201168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am_ppt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226" y="2099462"/>
            <a:ext cx="555955" cy="5559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Documented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18504" y="34290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document completed and version-controlled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60536" y="169164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B3A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52076" y="20116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am_ppt/icons/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858" y="2099462"/>
            <a:ext cx="555955" cy="5559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43416" y="29260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Integrated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089136" y="34290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and Monday.com now driving day-to-day tracking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Update  |  August 6, 2026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29184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828800"/>
            <a:ext cx="4023360" cy="4023360"/>
          </a:xfrm>
          <a:prstGeom prst="ellipse">
            <a:avLst/>
          </a:prstGeom>
          <a:solidFill>
            <a:srgbClr val="3FC1C9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3716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am_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8968" y="148132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73736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publish the completed 12-week board to GitHub and begin Week 1 of the Healthcare IAM home lab.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66360" y="4251960"/>
            <a:ext cx="1828800" cy="0"/>
          </a:xfrm>
          <a:prstGeom prst="line">
            <a:avLst/>
          </a:prstGeom>
          <a:noFill/>
          <a:ln w="25400">
            <a:solidFill>
              <a:srgbClr val="3FC1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Sabitha S Karanavar  •  IAM Security Analyst Track  •  August 6,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2026-08-06T17:22:28Z</dcterms:created>
  <dcterms:modified xsi:type="dcterms:W3CDTF">2026-08-06T17:22:28Z</dcterms:modified>
</cp:coreProperties>
</file>