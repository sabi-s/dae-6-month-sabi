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0:00-0:15 — Open strong: "Over the past four days, I moved from exploring cybersecurity broadly to taking real action — uploading code and building a roadmap. Here's how that journey unfolded, day by 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0:15-0:35 — "The week followed a clear arc: explore broadly on Monday, research deeply on Tuesday, make a decision on Wednesday, then execute on Thursday. Let's walk through each 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0:35-1:00 — "Monday was about casting a wide net — I explored 16 different cybersecurity specializations and compared career paths, with the goal of narrowing my options going forward."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1:00-1:30 — "Tuesday I went deeper — researching preferred roles, working through a Schoology workforce activity, exploring CyberSeek's job market data, and getting hands-on with TryHackMe."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1:30-2:00 — "By Wednesday, I'd shortlisted three roles — Information Security Analyst, IAM Analyst, and GRC Analyst — comparing them against my own skills and getting input from mentors and peers."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2:00-2:25 — "Thursday was execution — I pushed my first activity to GitHub, brainstormed project ideas, and built out a five-month learning roadmap to keep the momentum going."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context — "IAM, or Identity and Access Management, is about getting the right access to the right people at the right time. It covers secure access, strong authentication, policy enforcement, monitoring, and user lifecycle — and it opens into roles like IAM Engineer, Security Analyst, IAM Consultant, Cloud IAM Specialist, and IAM Auditor."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2:25-3:00 — "In four days I went from exploration to research to decision to execution — identifying promising career paths, validating them with real industry resources, and building my GitHub portfolio. My next step is to finalize my role and start building real projects. Thank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3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371600"/>
            <a:ext cx="5943600" cy="594360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548640"/>
            <a:ext cx="4206240" cy="4206240"/>
          </a:xfrm>
          <a:prstGeom prst="ellipse">
            <a:avLst/>
          </a:prstGeom>
          <a:solidFill>
            <a:srgbClr val="17416E"/>
          </a:solidFill>
          <a:ln/>
        </p:spPr>
      </p:sp>
      <p:pic>
        <p:nvPicPr>
          <p:cNvPr id="4" name="Image 0" descr="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JOURNEY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7240" y="23774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Exploration to Execution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four-day status update — Monday through Thursday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34340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4572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9264" y="4416552"/>
            <a:ext cx="1124712" cy="0"/>
          </a:xfrm>
          <a:prstGeom prst="line">
            <a:avLst/>
          </a:prstGeom>
          <a:noFill/>
          <a:ln w="19050">
            <a:solidFill>
              <a:srgbClr val="2C4A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40280" y="434340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1920240" y="4572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386584" y="4416552"/>
            <a:ext cx="1124712" cy="0"/>
          </a:xfrm>
          <a:prstGeom prst="line">
            <a:avLst/>
          </a:prstGeom>
          <a:noFill/>
          <a:ln w="19050">
            <a:solidFill>
              <a:srgbClr val="2C4A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434340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560" y="4572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803904" y="4416552"/>
            <a:ext cx="1124712" cy="0"/>
          </a:xfrm>
          <a:prstGeom prst="line">
            <a:avLst/>
          </a:prstGeom>
          <a:noFill/>
          <a:ln w="19050">
            <a:solidFill>
              <a:srgbClr val="2C4A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74920" y="434340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4572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Sabitha S Karanavar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OF THE WEEK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8046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→ Research → Decision → Execution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33172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compas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49631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60120" y="4251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specializations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3657600"/>
            <a:ext cx="265176" cy="0"/>
          </a:xfrm>
          <a:prstGeom prst="line">
            <a:avLst/>
          </a:prstGeom>
          <a:noFill/>
          <a:ln w="25400">
            <a:solidFill>
              <a:srgbClr val="2C4A6E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3611880" y="196596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233172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3" name="Image 1" descr="search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496312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11880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3749040" y="4251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validation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08192" y="3657600"/>
            <a:ext cx="265176" cy="0"/>
          </a:xfrm>
          <a:prstGeom prst="line">
            <a:avLst/>
          </a:prstGeom>
          <a:noFill/>
          <a:ln w="25400">
            <a:solidFill>
              <a:srgbClr val="2C4A6E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6400800" y="196596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78040" y="233172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0" name="Image 2" descr="branch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2496312"/>
            <a:ext cx="585216" cy="5852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0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6537960" y="4251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3 roles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897112" y="3657600"/>
            <a:ext cx="265176" cy="0"/>
          </a:xfrm>
          <a:prstGeom prst="line">
            <a:avLst/>
          </a:prstGeom>
          <a:noFill/>
          <a:ln w="25400">
            <a:solidFill>
              <a:srgbClr val="2C4A6E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9189720" y="196596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66960" y="233172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3" descr="rocke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2496312"/>
            <a:ext cx="585216" cy="5852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8972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189720" y="3703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9326880" y="4251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roadmap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Journey — Weekly Overview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-548640"/>
            <a:ext cx="47548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400" dirty="0"/>
          </a:p>
        </p:txBody>
      </p:sp>
      <p:pic>
        <p:nvPicPr>
          <p:cNvPr id="5" name="Image 0" descr="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400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10515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Path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Find the right cybersecurity career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4206240" cy="109728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331720"/>
            <a:ext cx="1051560" cy="1097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532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of 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6675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16 cybersecurity specializations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career paths across the field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goal: narrow the options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Journey — Status Update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-548640"/>
            <a:ext cx="47548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400" dirty="0"/>
          </a:p>
        </p:txBody>
      </p:sp>
      <p:pic>
        <p:nvPicPr>
          <p:cNvPr id="5" name="Image 0" descr="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400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10515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Deep Dive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interests with real-world data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4206240" cy="109728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331720"/>
            <a:ext cx="2103120" cy="10972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532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of 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6675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preferred roles in depth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Schoology workforce activity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CyberSeek job market data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TryHackMe hands-on activities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Journey — Status Update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-548640"/>
            <a:ext cx="47548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400" dirty="0"/>
          </a:p>
        </p:txBody>
      </p:sp>
      <p:pic>
        <p:nvPicPr>
          <p:cNvPr id="5" name="Image 0" descr="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400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10515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Decision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down to a shortlist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4206240" cy="109728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331720"/>
            <a:ext cx="3154680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532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of 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6675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Shortlisted: Information Security Analyst, IAM Analyst, GRC Analyst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roles against my resume and skills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Sought mentor and peer guidance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company portals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the job title as IAM Analyst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Journey — Status Update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-548640"/>
            <a:ext cx="47548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5486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400" dirty="0"/>
          </a:p>
        </p:txBody>
      </p:sp>
      <p:pic>
        <p:nvPicPr>
          <p:cNvPr id="5" name="Image 0" descr="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6400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10515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Action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decisions into momentum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4206240" cy="109728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331720"/>
            <a:ext cx="420624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532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of 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6675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first activity to GitHub (Semester 2 folder)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Brainstormed cybersecurity project ideas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5-month learning roadmap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to take an IAM Security Analyst role for my project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Journey — Status Update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SPOTLIGHT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4672" y="7132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Access Management </a:t>
            </a:r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(IAM)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Access.  The Right People.  The Right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21892" y="1874520"/>
            <a:ext cx="768096" cy="768096"/>
          </a:xfrm>
          <a:prstGeom prst="ellipse">
            <a:avLst/>
          </a:prstGeom>
          <a:solidFill>
            <a:srgbClr val="0F2A4A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7" name="Image 0" descr="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2011680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43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52444" y="1874520"/>
            <a:ext cx="768096" cy="768096"/>
          </a:xfrm>
          <a:prstGeom prst="ellipse">
            <a:avLst/>
          </a:prstGeom>
          <a:solidFill>
            <a:srgbClr val="0F2A4A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10" name="Image 1" descr="loc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011680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53512" y="2743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Authentication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682996" y="1874520"/>
            <a:ext cx="768096" cy="768096"/>
          </a:xfrm>
          <a:prstGeom prst="ellipse">
            <a:avLst/>
          </a:prstGeom>
          <a:solidFill>
            <a:srgbClr val="0F2A4A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13" name="Image 2" descr="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56" y="2011680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84064" y="2743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813548" y="1874520"/>
            <a:ext cx="768096" cy="768096"/>
          </a:xfrm>
          <a:prstGeom prst="ellipse">
            <a:avLst/>
          </a:prstGeom>
          <a:solidFill>
            <a:srgbClr val="0F2A4A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16" name="Image 3" descr="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708" y="2011680"/>
            <a:ext cx="493776" cy="4937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14616" y="2743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9944100" y="1874520"/>
            <a:ext cx="768096" cy="768096"/>
          </a:xfrm>
          <a:prstGeom prst="ellipse">
            <a:avLst/>
          </a:prstGeom>
          <a:solidFill>
            <a:srgbClr val="0F2A4A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19" name="Image 4" descr="user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1260" y="2011680"/>
            <a:ext cx="493776" cy="4937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345168" y="2743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Lifecycle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822960" y="3246120"/>
            <a:ext cx="10515600" cy="2788920"/>
          </a:xfrm>
          <a:prstGeom prst="roundRect">
            <a:avLst>
              <a:gd name="adj" fmla="val 3934"/>
            </a:avLst>
          </a:prstGeom>
          <a:solidFill>
            <a:srgbClr val="0F2A4A"/>
          </a:solidFill>
          <a:ln w="12700">
            <a:solidFill>
              <a:srgbClr val="24476E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22960" y="34472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IN IAM</a:t>
            </a:r>
            <a:endParaRPr lang="en-US" sz="1500" dirty="0"/>
          </a:p>
        </p:txBody>
      </p:sp>
      <p:pic>
        <p:nvPicPr>
          <p:cNvPr id="23" name="Image 5" descr="user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4023360"/>
            <a:ext cx="475488" cy="4754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86968" y="459028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Engineer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960120" y="495604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and implements identity solutions and access controls.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2935224" y="4023360"/>
            <a:ext cx="0" cy="178308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pic>
        <p:nvPicPr>
          <p:cNvPr id="27" name="Image 6" descr="shield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9896" y="4023360"/>
            <a:ext cx="475488" cy="4754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935224" y="459028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3008376" y="495604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access, detects threats, ensures security policies.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4983480" y="4023360"/>
            <a:ext cx="0" cy="178308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pic>
        <p:nvPicPr>
          <p:cNvPr id="31" name="Image 7" descr="clip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152" y="4023360"/>
            <a:ext cx="475488" cy="47548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83480" y="459028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Consultant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5056632" y="495604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 on identity strategies, best practices and solutions.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7031736" y="4023360"/>
            <a:ext cx="0" cy="178308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pic>
        <p:nvPicPr>
          <p:cNvPr id="35" name="Image 8" descr="clou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6408" y="4023360"/>
            <a:ext cx="475488" cy="47548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031736" y="459028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 Specialist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7104888" y="495604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identities and access in cloud infrastructures.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9079992" y="4023360"/>
            <a:ext cx="0" cy="178308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pic>
        <p:nvPicPr>
          <p:cNvPr id="39" name="Image 9" descr="search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84664" y="4023360"/>
            <a:ext cx="475488" cy="47548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079992" y="459028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Auditor</a:t>
            </a:r>
            <a:endParaRPr lang="en-US" sz="1300" dirty="0"/>
          </a:p>
        </p:txBody>
      </p:sp>
      <p:sp>
        <p:nvSpPr>
          <p:cNvPr id="41" name="Text 29"/>
          <p:cNvSpPr/>
          <p:nvPr/>
        </p:nvSpPr>
        <p:spPr>
          <a:xfrm>
            <a:off x="9153144" y="4956048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access and permissions for compliance and risk.</a:t>
            </a:r>
            <a:endParaRPr lang="en-US" sz="950" dirty="0"/>
          </a:p>
        </p:txBody>
      </p:sp>
      <p:sp>
        <p:nvSpPr>
          <p:cNvPr id="42" name="Text 30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future.  </a:t>
            </a:r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career in IAM.</a:t>
            </a:r>
            <a:endParaRPr lang="en-US" sz="1300" dirty="0"/>
          </a:p>
        </p:txBody>
      </p:sp>
      <p:sp>
        <p:nvSpPr>
          <p:cNvPr id="4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Journey — Role Spotlight: IAM</a:t>
            </a:r>
            <a:endParaRPr lang="en-US" sz="1000" dirty="0"/>
          </a:p>
        </p:txBody>
      </p:sp>
      <p:sp>
        <p:nvSpPr>
          <p:cNvPr id="44" name="Text 32"/>
          <p:cNvSpPr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F2E22"/>
          </a:solidFill>
          <a:ln/>
        </p:spPr>
      </p:sp>
      <p:pic>
        <p:nvPicPr>
          <p:cNvPr id="3" name="Image 0" descr="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669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DAYS, ONE CLEAR PATH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691640" y="89611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Exploration to a Structured Plan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185623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promising career paths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26517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0" y="263347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roles using industry resources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22960" y="342900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71600" y="341071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my GitHub portfolio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2960" y="420624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71600" y="418795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 structured learning journey toward an entry-level cybersecurity career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22960" y="512064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0F2A4A"/>
          </a:solidFill>
          <a:ln/>
        </p:spPr>
      </p:sp>
      <p:pic>
        <p:nvPicPr>
          <p:cNvPr id="19" name="Image 1" descr="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34924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783080" y="512064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role and start building projects.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Journey — Conclusion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2026-07-30T17:44:27Z</dcterms:created>
  <dcterms:modified xsi:type="dcterms:W3CDTF">2026-07-30T17:44:27Z</dcterms:modified>
</cp:coreProperties>
</file>