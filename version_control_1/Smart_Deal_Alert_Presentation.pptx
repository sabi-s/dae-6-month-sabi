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3383280" cy="3383280"/>
          </a:xfrm>
          <a:prstGeom prst="ellipse">
            <a:avLst/>
          </a:prstGeom>
          <a:solidFill>
            <a:srgbClr val="00A89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206240"/>
            <a:ext cx="2926080" cy="292608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9144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133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2860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DEAL ALERT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Console App for Tracking Prices &amp; Catching the Best Deals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50292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806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Sabitha S Karanavar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1996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Smart Deal Alert?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Python program that lets users track products, set a target price, and get notified the moment the price drops to (or below) that target.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680960" y="1005840"/>
            <a:ext cx="3840480" cy="3840480"/>
          </a:xfrm>
          <a:prstGeom prst="ellipse">
            <a:avLst/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210312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t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907" y="2366467"/>
            <a:ext cx="570586" cy="5705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330623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468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username &amp; password accounts, stored in a JSON file.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9476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icon_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23" y="233062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07992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07992" y="2468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tracks their own list of products after logging in.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icon_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930823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749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Check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4069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login, re-enter the latest price for every tracked product.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794760" y="37947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4" descr="icon_be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0823" y="393082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07992" y="3749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Alerts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07992" y="40690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compares current price vs. target and flags a deal.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Overview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launch to logout — how the pieces connect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2316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2316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12748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59052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9052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Users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29484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75788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75788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46220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92524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92524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62956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09260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09260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View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9692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25996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25996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96428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42732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F0A202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42732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13164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59468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59468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629900" y="2331720"/>
            <a:ext cx="146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776204" y="2331720"/>
            <a:ext cx="1170432" cy="9144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5400000">
              <a:srgbClr val="1E2B2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776204" y="2331720"/>
            <a:ext cx="11704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" y="37947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between runs in users_data.json — no database needed.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79976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</p:spPr>
      </p:sp>
      <p:sp>
        <p:nvSpPr>
          <p:cNvPr id="33" name="Text 31"/>
          <p:cNvSpPr/>
          <p:nvPr/>
        </p:nvSpPr>
        <p:spPr>
          <a:xfrm>
            <a:off x="4608576" y="37947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logged-in user only sees and edits their own product list.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29016" y="37947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7F7"/>
          </a:solidFill>
          <a:ln/>
        </p:spPr>
      </p:sp>
      <p:sp>
        <p:nvSpPr>
          <p:cNvPr id="35" name="Text 33"/>
          <p:cNvSpPr/>
          <p:nvPr/>
        </p:nvSpPr>
        <p:spPr>
          <a:xfrm>
            <a:off x="8357616" y="37947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Alert simply compares last_price to target_price for each product.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Program Flow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File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users_data.json stores every account and its tracked products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4572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4470" y="654710"/>
            <a:ext cx="427939" cy="4279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400800" cy="4663440"/>
          </a:xfrm>
          <a:prstGeom prst="roundRect">
            <a:avLst>
              <a:gd name="adj" fmla="val 1176"/>
            </a:avLst>
          </a:prstGeom>
          <a:solidFill>
            <a:srgbClr val="0F3A4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83080"/>
            <a:ext cx="5943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"john":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"password": "1234",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"products": [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"id": 1,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"name": "Laptop",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"target_price": 700,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"last_price": 750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"asha":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"password": "5678",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"products": [ { "id": 1, "name": "Headphones", ... } ]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69480" y="1728216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1581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level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43800" y="18928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key is a username — the whole file is a dictionary of accounts.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69480" y="2752344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2606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291693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plain text in this version (kept simple for a class project).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69480" y="377647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43800" y="394106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dictionaries — one entry per tracked item.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69480" y="4800600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7543800" y="4654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/ target_price / last_price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43800" y="496519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look up, compare, and update a specific product.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Data Structure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Concepts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07040" y="3657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50" y="563270"/>
            <a:ext cx="427939" cy="4279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1417320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36245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Lists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all_users is a dict of dicts; tracked_products is a list of dicts — the core data model.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1234440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417320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136245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66560" y="1691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menu action (login, add_product, check_deal...) is its own reusable function.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2532888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08" y="2715768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266090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+ JSON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29900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json.load() / json.dump() persist data to users_data.json between runs.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55080" y="2532888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18" name="Shape 15"/>
          <p:cNvSpPr/>
          <p:nvPr/>
        </p:nvSpPr>
        <p:spPr>
          <a:xfrm>
            <a:off x="6556248" y="2715768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266090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(while / for)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66560" y="29900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 drives the menus; for loops walk through each tracked product.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831336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" y="4014216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95935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 (if/elif/else)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42885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routing and the deal-vs-too-expensive comparison both rely on if/else.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355080" y="3831336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26" name="Shape 23"/>
          <p:cNvSpPr/>
          <p:nvPr/>
        </p:nvSpPr>
        <p:spPr>
          <a:xfrm>
            <a:off x="6556248" y="4014216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0" y="395935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variables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66560" y="428853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all_users / tracked_products share state across functions cleanly.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5129784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30" name="Shape 27"/>
          <p:cNvSpPr/>
          <p:nvPr/>
        </p:nvSpPr>
        <p:spPr>
          <a:xfrm>
            <a:off x="749808" y="5312664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1" name="Text 28"/>
          <p:cNvSpPr/>
          <p:nvPr/>
        </p:nvSpPr>
        <p:spPr>
          <a:xfrm>
            <a:off x="960120" y="52578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60120" y="558698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catches bad number input in get_positive_number() and ID entry.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355080" y="5129784"/>
            <a:ext cx="5440680" cy="1133856"/>
          </a:xfrm>
          <a:prstGeom prst="roundRect">
            <a:avLst>
              <a:gd name="adj" fmla="val 5645"/>
            </a:avLst>
          </a:prstGeom>
          <a:solidFill>
            <a:srgbClr val="F1F7F7"/>
          </a:solidFill>
          <a:ln/>
        </p:spPr>
      </p:sp>
      <p:sp>
        <p:nvSpPr>
          <p:cNvPr id="34" name="Shape 31"/>
          <p:cNvSpPr/>
          <p:nvPr/>
        </p:nvSpPr>
        <p:spPr>
          <a:xfrm>
            <a:off x="6556248" y="5312664"/>
            <a:ext cx="54864" cy="7680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Text 32"/>
          <p:cNvSpPr/>
          <p:nvPr/>
        </p:nvSpPr>
        <p:spPr>
          <a:xfrm>
            <a:off x="6766560" y="52578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766560" y="558698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out a deleted product: [p for p in tracked_products if p['id'] != id].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Concepts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1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4904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1626535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handling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8680" y="213055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type letters instead of numbers or IDs — solved with try/except and a retry loop in get_positive_number().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123444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1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611112" y="149047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175" y="1626535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brute-force logins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675120" y="213055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3-attempt limit on login so the program doesn't ask for a password forever.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1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382219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icon_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3958255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in sync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68680" y="446227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add/update/delete had to call save_all_users() immediately so JSON never falls out of sync with memory.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355080" y="35661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1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611112" y="382219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icon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75" y="3958255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3794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675120" y="446227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tracked_products had to always point at the logged-in user's own list, not a shared global list.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Challenges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607040" y="3657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4550" y="563270"/>
            <a:ext cx="427939" cy="4279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34440"/>
            <a:ext cx="502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051560" y="1234440"/>
            <a:ext cx="32918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234440"/>
            <a:ext cx="32918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434340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234440"/>
            <a:ext cx="37490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1691640"/>
            <a:ext cx="502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1691640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051560" y="1691640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login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43400" y="1691640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34340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username &amp; password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5240" y="1691640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635240" y="1691640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granted, dashboard loads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258568"/>
            <a:ext cx="50292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2258568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51560" y="2258568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2258568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login (retry limit)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43400" y="2258568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26" name="Text 23"/>
          <p:cNvSpPr/>
          <p:nvPr/>
        </p:nvSpPr>
        <p:spPr>
          <a:xfrm>
            <a:off x="4343400" y="2258568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entered 3 times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35240" y="2258568"/>
            <a:ext cx="37490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28" name="Text 25"/>
          <p:cNvSpPr/>
          <p:nvPr/>
        </p:nvSpPr>
        <p:spPr>
          <a:xfrm>
            <a:off x="7635240" y="2258568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main menu after 3 attempts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2825496"/>
            <a:ext cx="502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2825496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51560" y="2825496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1051560" y="2825496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with existing username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3400" y="2825496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4343400" y="2825496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already in all_users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635240" y="2825496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7635240" y="2825496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shown, no account overwritten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8640" y="3392424"/>
            <a:ext cx="50292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38" name="Text 35"/>
          <p:cNvSpPr/>
          <p:nvPr/>
        </p:nvSpPr>
        <p:spPr>
          <a:xfrm>
            <a:off x="548640" y="3392424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51560" y="3392424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40" name="Text 37"/>
          <p:cNvSpPr/>
          <p:nvPr/>
        </p:nvSpPr>
        <p:spPr>
          <a:xfrm>
            <a:off x="1051560" y="3392424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with valid prices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43400" y="3392424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42" name="Text 39"/>
          <p:cNvSpPr/>
          <p:nvPr/>
        </p:nvSpPr>
        <p:spPr>
          <a:xfrm>
            <a:off x="4343400" y="3392424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target price, current price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635240" y="3392424"/>
            <a:ext cx="37490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44" name="Text 41"/>
          <p:cNvSpPr/>
          <p:nvPr/>
        </p:nvSpPr>
        <p:spPr>
          <a:xfrm>
            <a:off x="7635240" y="3392424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saved and Deal Alert result shown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8640" y="3959352"/>
            <a:ext cx="502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548640" y="3959352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51560" y="3959352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105156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Alert triggers correctly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343400" y="3959352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434340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last_price &lt;= target_price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635240" y="3959352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/>
          <p:nvPr/>
        </p:nvSpPr>
        <p:spPr>
          <a:xfrm>
            <a:off x="7635240" y="3959352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“Deal Alert! Buy Now” message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548640" y="4526280"/>
            <a:ext cx="50292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54" name="Text 51"/>
          <p:cNvSpPr/>
          <p:nvPr/>
        </p:nvSpPr>
        <p:spPr>
          <a:xfrm>
            <a:off x="548640" y="4526280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1051560" y="4526280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56" name="Text 53"/>
          <p:cNvSpPr/>
          <p:nvPr/>
        </p:nvSpPr>
        <p:spPr>
          <a:xfrm>
            <a:off x="1051560" y="4526280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too expensive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343400" y="4526280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58" name="Text 55"/>
          <p:cNvSpPr/>
          <p:nvPr/>
        </p:nvSpPr>
        <p:spPr>
          <a:xfrm>
            <a:off x="4343400" y="4526280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last_price &gt; target_price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635240" y="4526280"/>
            <a:ext cx="37490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60" name="Text 57"/>
          <p:cNvSpPr/>
          <p:nvPr/>
        </p:nvSpPr>
        <p:spPr>
          <a:xfrm>
            <a:off x="7635240" y="4526280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“Still Too Expensive” with price gap shown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48640" y="5093208"/>
            <a:ext cx="502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/>
          <p:nvPr/>
        </p:nvSpPr>
        <p:spPr>
          <a:xfrm>
            <a:off x="548640" y="5093208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1051560" y="5093208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/>
          <p:nvPr/>
        </p:nvSpPr>
        <p:spPr>
          <a:xfrm>
            <a:off x="1051560" y="5093208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non-existent product ID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4343400" y="5093208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/>
          <p:nvPr/>
        </p:nvSpPr>
        <p:spPr>
          <a:xfrm>
            <a:off x="4343400" y="5093208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not in tracked_products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7635240" y="5093208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/>
          <p:nvPr/>
        </p:nvSpPr>
        <p:spPr>
          <a:xfrm>
            <a:off x="7635240" y="5093208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no product with that ID found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48640" y="5660136"/>
            <a:ext cx="50292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70" name="Text 67"/>
          <p:cNvSpPr/>
          <p:nvPr/>
        </p:nvSpPr>
        <p:spPr>
          <a:xfrm>
            <a:off x="548640" y="5660136"/>
            <a:ext cx="50292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1051560" y="5660136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72" name="Text 69"/>
          <p:cNvSpPr/>
          <p:nvPr/>
        </p:nvSpPr>
        <p:spPr>
          <a:xfrm>
            <a:off x="1051560" y="5660136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price input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343400" y="5660136"/>
            <a:ext cx="32918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74" name="Text 71"/>
          <p:cNvSpPr/>
          <p:nvPr/>
        </p:nvSpPr>
        <p:spPr>
          <a:xfrm>
            <a:off x="4343400" y="5660136"/>
            <a:ext cx="32918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instead of a number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635240" y="5660136"/>
            <a:ext cx="3749040" cy="566928"/>
          </a:xfrm>
          <a:prstGeom prst="rect">
            <a:avLst/>
          </a:prstGeom>
          <a:solidFill>
            <a:srgbClr val="F1F7F7"/>
          </a:solidFill>
          <a:ln/>
        </p:spPr>
      </p:sp>
      <p:sp>
        <p:nvSpPr>
          <p:cNvPr id="76" name="Text 73"/>
          <p:cNvSpPr/>
          <p:nvPr/>
        </p:nvSpPr>
        <p:spPr>
          <a:xfrm>
            <a:off x="7635240" y="5660136"/>
            <a:ext cx="3749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73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Re-prompts until a valid number is entered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Testing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3A4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727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93469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24323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hashed passwords (e.g. with hashlib) instead of plain text for real security.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07408" y="1371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3A40"/>
          </a:solidFill>
          <a:ln/>
        </p:spPr>
      </p:sp>
      <p:sp>
        <p:nvSpPr>
          <p:cNvPr id="9" name="Shape 6"/>
          <p:cNvSpPr/>
          <p:nvPr/>
        </p:nvSpPr>
        <p:spPr>
          <a:xfrm>
            <a:off x="4636008" y="15727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_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1693469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scraping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636008" y="24323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 current prices from real e-commerce sites via APIs or web scraping.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266176" y="13716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3A40"/>
          </a:solidFill>
          <a:ln/>
        </p:spPr>
      </p:sp>
      <p:sp>
        <p:nvSpPr>
          <p:cNvPr id="14" name="Shape 10"/>
          <p:cNvSpPr/>
          <p:nvPr/>
        </p:nvSpPr>
        <p:spPr>
          <a:xfrm>
            <a:off x="8494776" y="15727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77" y="1693469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94776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alerts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494776" y="243230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users automatically the moment a tracked product hits its target price.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3A40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3264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icon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385109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3840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or web version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77240" y="41239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with Tkinter, Flask, or a web front-end for a friendlier interface.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407408" y="30632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3A40"/>
          </a:solidFill>
          <a:ln/>
        </p:spPr>
      </p:sp>
      <p:sp>
        <p:nvSpPr>
          <p:cNvPr id="24" name="Shape 18"/>
          <p:cNvSpPr/>
          <p:nvPr/>
        </p:nvSpPr>
        <p:spPr>
          <a:xfrm>
            <a:off x="4636008" y="3264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4" descr="icon_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3385109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36008" y="3840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&amp; charts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636008" y="41239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price-over-time and visualize trends with matplotlib.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266176" y="30632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F3A40"/>
          </a:solidFill>
          <a:ln/>
        </p:spPr>
      </p:sp>
      <p:sp>
        <p:nvSpPr>
          <p:cNvPr id="29" name="Shape 22"/>
          <p:cNvSpPr/>
          <p:nvPr/>
        </p:nvSpPr>
        <p:spPr>
          <a:xfrm>
            <a:off x="8494776" y="3264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5" descr="icon_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5477" y="3385109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94776" y="3840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rules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494776" y="412394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percentage-drop targets, not just a fixed price threshold.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— Roadmap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206240" cy="42062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82296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6362" y="1064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463040" y="2880360"/>
            <a:ext cx="923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 Alert brings together core Python skills — data structures, functions, file handling, and control flow — into one practical, menu-driven application that solves a real problem: knowing exactly when a price is right.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9556" y="429768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0F3A40"/>
          </a:solidFill>
          <a:ln/>
        </p:spPr>
      </p:sp>
      <p:sp>
        <p:nvSpPr>
          <p:cNvPr id="9" name="Text 6"/>
          <p:cNvSpPr/>
          <p:nvPr/>
        </p:nvSpPr>
        <p:spPr>
          <a:xfrm>
            <a:off x="1019556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625596" y="429768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0F3A40"/>
          </a:solidFill>
          <a:ln/>
        </p:spPr>
      </p:sp>
      <p:sp>
        <p:nvSpPr>
          <p:cNvPr id="11" name="Text 8"/>
          <p:cNvSpPr/>
          <p:nvPr/>
        </p:nvSpPr>
        <p:spPr>
          <a:xfrm>
            <a:off x="3625596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1636" y="429768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0F3A40"/>
          </a:solidFill>
          <a:ln/>
        </p:spPr>
      </p:sp>
      <p:sp>
        <p:nvSpPr>
          <p:cNvPr id="13" name="Text 10"/>
          <p:cNvSpPr/>
          <p:nvPr/>
        </p:nvSpPr>
        <p:spPr>
          <a:xfrm>
            <a:off x="6231636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logic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37676" y="429768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0F3A40"/>
          </a:solidFill>
          <a:ln/>
        </p:spPr>
      </p:sp>
      <p:sp>
        <p:nvSpPr>
          <p:cNvPr id="15" name="Text 12"/>
          <p:cNvSpPr/>
          <p:nvPr/>
        </p:nvSpPr>
        <p:spPr>
          <a:xfrm>
            <a:off x="8837676" y="4297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Sabitha S Karanavar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2026-07-16T14:12:20Z</dcterms:created>
  <dcterms:modified xsi:type="dcterms:W3CDTF">2026-07-16T14:12:20Z</dcterms:modified>
</cp:coreProperties>
</file>