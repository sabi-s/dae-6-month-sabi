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291840" cy="329184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CYBERSECURITY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961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IAM Matters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Healthcare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patients, data, and trust — one identity at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4892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3-minute briefing on Identity &amp; Access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one of the most targeted, most exposed industries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everywhere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records, insurance, and billing data are high-value targets for attackers.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🧑‍⚕️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staff movement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rotate departments, contractors come and go, physicians need cross-facility access.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Sprawling systems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on-prem software, cloud apps, and connected devices rarely share one identity source.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66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120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regulation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and HITECH require organizations to prove exactly who accessed what, and why.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IAM Actually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access,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every user and device is who/what it claims to be — passwordless, biometric, or MFA.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60020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1856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role-based, least-privilege access so a nurse, physician, or vendor sees only what they need.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access request in real time, flagging unusual behavior before it becomes a breach.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88620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4160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4142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475488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audit trail HIPAA investigators and regulators require, on demand.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of getting identity wrong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Most-breached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consistently ranks among the costliest industries for data breaches.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27432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never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must be fast and reliable — security can't slow down treatment.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connected monitor, laptop, and login is a potential entry point.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HIMSS Healthcare Cybersecurity Survey; HIPAA Journal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IAM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practices every healthcare org should adopt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nurse, physician, and administrator different, need-based access levels.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6700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verification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266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 login by default — verify every request, every time, from inside or outside the network.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7216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provisioning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782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temporary, time-boxed access for contractors, vendors, and visiting clinicians.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297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audit every access event to catch misuse early and stay audit-ready.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474720" cy="347472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isn't just an IT control — it's what lets healthcare organizations move fast, stay compliant, and keep patient trust intact.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people. The right access. The right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2026-08-20T17:33:55Z</dcterms:created>
  <dcterms:modified xsi:type="dcterms:W3CDTF">2026-08-20T17:33:55Z</dcterms:modified>
</cp:coreProperties>
</file>