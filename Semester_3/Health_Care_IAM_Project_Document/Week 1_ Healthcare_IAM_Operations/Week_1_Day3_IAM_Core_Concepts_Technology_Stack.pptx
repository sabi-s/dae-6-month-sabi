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Core Concepts of Identity &amp; Access Management (IAM)</a:t>
            </a:r>
          </a:p>
          <a:p>
            <a:pPr>
              <a:defRPr sz="3200" b="1">
                <a:solidFill>
                  <a:srgbClr val="A0D2F5"/>
                </a:solidFill>
              </a:defRPr>
            </a:pPr>
            <a:r>
              <a:t>and IAM Technology Stack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Semester 3 – Week 1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Prepared By: Sabitha S Karanavar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What is IAM?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Why IAM Matters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Core IAM Concepts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IAM Lifecycle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Authentication vs Authorization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Access Control Models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Identity Governance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IAM Technology Stack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IAM Tools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Real-World IAM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What is Identity &amp; Access Management (IAM)?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Definition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IAM is the framework of policies, processes, and technologies that ensures the right users have appropriate access to the right resources at the right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Protect sensitive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Verify user identities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Control access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Meet compliance requirements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Reduce security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Why IAM is Important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Improved Security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Strengthens secure, controlled and auditable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Least Privilege Access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Strengthens secure, controlled and auditable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2120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Compliance: HIPAA, SOX, GDPR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Strengthens secure, controlled and auditable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2120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Reduced Insider Threats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Strengthens secure, controlled and auditable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1880"/>
            <a:ext cx="52120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Better User Experience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Strengthens secure, controlled and auditable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2120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Centralized Identity Management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Strengthens secure, controlled and auditable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80"/>
            <a:ext cx="52120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Audit and Reporting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Strengthens secure, controlled and auditable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Core IAM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Identity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A digital representation of a user or 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8872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Authentication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Verifies that an identity is genuine.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Authorization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Determines what an authenticated identity may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2316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Access Control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Applies rules to allow or deny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Directory Services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Stores and organizes identity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65760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User Provisioning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Creates, changes and removes accounts/access.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Identity Governance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Manages access risk, reviews and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892040"/>
            <a:ext cx="534924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Federation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Enables trusted identity across organizations/domains.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Authentication vs Authorization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210312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AUTHENTICATION — “Who are you?”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Verifies identity.</a:t>
            </a:r>
            <a:br/>
            <a:r>
              <a:t>• Username / Password</a:t>
            </a:r>
            <a:br/>
            <a:r>
              <a:t>• MFA</a:t>
            </a:r>
            <a:br/>
            <a:r>
              <a:t>• Biometrics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303520" cy="210312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AUTHORIZATION — “What can you do?”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Determines permissions.</a:t>
            </a:r>
            <a:br/>
            <a:r>
              <a:t>• RBAC</a:t>
            </a:r>
            <a:br/>
            <a:r>
              <a:t>• ABAC</a:t>
            </a:r>
            <a:br/>
            <a:r>
              <a:t>• Policy-based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794760"/>
            <a:ext cx="813816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Simple Example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Authentication: “I am Sabitha.”   →   Authorization: “I can access the HR Application.”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IAM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Joiner–Mover–Leaver (JML)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Joiner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40487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231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Identity Creation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2404872"/>
            <a:ext cx="502921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519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Role Assignment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240487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Provisioning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240487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Access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0" y="240487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Role Change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064240" y="240487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5671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Modify Access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93040" y="240487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3395960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Offboarding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721840" y="2404872"/>
            <a:ext cx="502919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5224759" y="201168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Deprovision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31920"/>
            <a:ext cx="1024128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JML in Practice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Joiner = onboarding and initial access • Mover = changes when roles/responsibilities change • Leaver = timely removal of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Access Control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RBAC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Role Based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17320"/>
            <a:ext cx="34290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ABAC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Attribute Based Access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4290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PBAC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Policy Based Access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40"/>
            <a:ext cx="34290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DAC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Discretionary 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834640"/>
            <a:ext cx="34290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MAC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Mandatory Access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014984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Enterprise Practice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Most enterprises primarily use RBAC, often combined with attribute- or policy-based controls for finer-grained authorization.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Identity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t>User Lifecycle Management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t>Access Certification / Access Reviews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t>Segregation of Duties (SoD)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t>Role Management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t>Compliance Reporting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t>Audit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828800"/>
            <a:ext cx="438912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Goal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Identity Governance ensures users have only the access they need, while creating evidence for risk management, audits and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IAM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Applications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245059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231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SSO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2450592"/>
            <a:ext cx="502921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MFA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45059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807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Identity Provider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0" y="245059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Directory Services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245059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83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IGA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64240" y="245059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5671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PAM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93040" y="245059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395960" y="205740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Logging &amp; SIEM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49039"/>
            <a:ext cx="1024128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How the layers work together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Applications consume identity services; SSO and MFA strengthen sign-in; IdP and directories manage identities; IGA governs access; PAM protects privileged accounts; logging/SIEM supports detection and audit.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Popular IAM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349240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Identity Providers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Microsoft Entra ID • Okta • Ping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349240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Directories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Active Directory • LDAP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5349240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IGA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SailPoint • Saviynt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331720"/>
            <a:ext cx="5349240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PAM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CyberArk • Delinea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20440"/>
            <a:ext cx="5349240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SSO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Okta • Entra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520440"/>
            <a:ext cx="5349240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MFA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Duo • Microsoft Authenticator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709160"/>
            <a:ext cx="5349240" cy="987552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Protocols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SAML • OAuth 2.0 • OpenID Connect • SCIM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Real Enterprise IAM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6596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Users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235915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23160" y="196596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MFA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2359152"/>
            <a:ext cx="502921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196596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Identity Provider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35915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80760" y="196596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SSO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0" y="235915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196596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Applications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235915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8360" y="196596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Logging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64240" y="2359152"/>
            <a:ext cx="5029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567160" y="1965960"/>
            <a:ext cx="1325880" cy="777240"/>
          </a:xfrm>
          <a:prstGeom prst="roundRect">
            <a:avLst/>
          </a:prstGeom>
          <a:solidFill>
            <a:srgbClr val="F1F6F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A"/>
                </a:solidFill>
              </a:defRPr>
            </a:pPr>
            <a:r>
              <a:t>SIEM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</a:defRPr>
            </a:pPr>
            <a:r>
              <a:t>Enterprise systems may include: HR System • ServiceNow • Active Directory • Azure • Salesforce • VPN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</a:defRPr>
            </a:pPr>
            <a:r>
              <a:t>IAM connects workforce identity data, authentication, authorization and monitoring into a controlled access ecosystem.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Healthcare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RBAC in a hospital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25780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Doctor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EMR • Lab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5780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Nurse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Medication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25780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HR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HR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31720"/>
            <a:ext cx="525780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Finance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ERP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525780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Contractor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Limited / Time-Bound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709160"/>
            <a:ext cx="6675120" cy="82296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RBAC Principle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Users receive access based on job responsibilities rather than individually assigned permissions.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Skills Needed for IAM Analysts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94960" cy="448056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Technical Skills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• Active Directory</a:t>
            </a:r>
            <a:br/>
            <a:r>
              <a:t>• Microsoft Entra ID</a:t>
            </a:r>
            <a:br/>
            <a:r>
              <a:t>• SailPoint</a:t>
            </a:r>
            <a:br/>
            <a:r>
              <a:t>• ServiceNow</a:t>
            </a:r>
            <a:br/>
            <a:r>
              <a:t>• PowerShell</a:t>
            </a:r>
            <a:br/>
            <a:r>
              <a:t>• SQL</a:t>
            </a:r>
            <a:br/>
            <a:r>
              <a:t>• LDAP</a:t>
            </a:r>
            <a:br/>
            <a:r>
              <a:t>• SAML / OAuth</a:t>
            </a:r>
            <a:br/>
            <a:r>
              <a:t>• MFA</a:t>
            </a:r>
            <a:br/>
            <a:r>
              <a:t>• RBAC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03520" cy="4480560"/>
          </a:xfrm>
          <a:prstGeom prst="roundRect">
            <a:avLst/>
          </a:prstGeom>
          <a:solidFill>
            <a:srgbClr val="F1F6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2A69AA"/>
                </a:solidFill>
              </a:defRPr>
            </a:pPr>
            <a:r>
              <a:t>Professional Skills</a:t>
            </a:r>
          </a:p>
          <a:p>
            <a:pPr>
              <a:spcBef>
                <a:spcPts val="600"/>
              </a:spcBef>
              <a:defRPr sz="1300">
                <a:solidFill>
                  <a:srgbClr val="232D37"/>
                </a:solidFill>
              </a:defRPr>
            </a:pPr>
            <a:r>
              <a:t>• Documentation</a:t>
            </a:r>
            <a:br/>
            <a:r>
              <a:t>• Communication</a:t>
            </a:r>
            <a:br/>
            <a:r>
              <a:t>• Problem Solving</a:t>
            </a:r>
            <a:br/>
            <a:r>
              <a:t>• Access Review Support</a:t>
            </a:r>
            <a:br/>
            <a:r>
              <a:t>• Audit Support</a:t>
            </a:r>
            <a:br/>
            <a:r>
              <a:t>• Risk Awareness</a:t>
            </a:r>
            <a:br/>
            <a:r>
              <a:t>• Process Improvement</a:t>
            </a:r>
            <a:br/>
            <a:r>
              <a:t>• Incident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✓  IAM protects organizational identities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✓  Authentication verifies identity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✓  Authorization grants permissions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✓  RBAC is a foundation of enterprise IAM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✓  Identity Governance improves compliance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✓  IAM tools automate identity lifecycle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✓  IAM Analysts help ensure secure, appropriate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66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42B4A"/>
                </a:solidFill>
              </a:defRPr>
            </a:pPr>
            <a:r>
              <a:t>Questions?</a:t>
            </a:r>
          </a:p>
          <a:p>
            <a:pPr algn="ctr">
              <a:defRPr sz="2800">
                <a:solidFill>
                  <a:srgbClr val="2A69AA"/>
                </a:solidFill>
              </a:defRPr>
            </a:pPr>
            <a:r>
              <a:t>Thank You</a:t>
            </a:r>
          </a:p>
          <a:p>
            <a:pPr algn="ctr">
              <a:spcBef>
                <a:spcPts val="1800"/>
              </a:spcBef>
              <a:defRPr sz="1900">
                <a:solidFill>
                  <a:srgbClr val="232D37"/>
                </a:solidFill>
              </a:defRPr>
            </a:pPr>
            <a:r>
              <a:t>Prepared By: Sabitha S Karanavar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