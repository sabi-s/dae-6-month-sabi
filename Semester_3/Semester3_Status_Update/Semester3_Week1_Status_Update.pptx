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Status Update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· Healthcare IAM Operational Project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109728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17 – Aug 20,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Sabitha S Karanavar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days, four focus areas — from kickoff to network security fundamentals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002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6596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73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331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GitHub Pages theme; started Week 1 in monday.com; completed &amp; documented Day 1 (Healthcare IAM Operational project scope); explored Agentic Tools.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6002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264408" y="196596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264408" y="1673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64408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Day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1568" y="3063240"/>
            <a:ext cx="2331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about Agentic Tools; installed Trae IDE (AI-powered, VS Code fork); completed GitHub Pages checklist; finished Day 2 task; synced monday.com.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71616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6002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0" name="Shape 18"/>
          <p:cNvSpPr/>
          <p:nvPr/>
        </p:nvSpPr>
        <p:spPr>
          <a:xfrm>
            <a:off x="6071616" y="196596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071616" y="1673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71616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08776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Setup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08776" y="3063240"/>
            <a:ext cx="2331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project day — continued Day 3 task, completed &amp; documented; researched tech stack &amp; architecture; created Network_Security-1 folder; explored Schoology courses.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878824" y="160020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AF3F8"/>
          </a:solidFill>
          <a:ln/>
          <a:effectLst>
            <a:outerShdw sx="100000" sy="100000" kx="0" ky="0" algn="bl" rotWithShape="0" blurRad="76200" dist="25400" dir="5400000">
              <a:srgbClr val="1E2761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878824" y="1600200"/>
            <a:ext cx="260604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</p:sp>
      <p:sp>
        <p:nvSpPr>
          <p:cNvPr id="27" name="Shape 25"/>
          <p:cNvSpPr/>
          <p:nvPr/>
        </p:nvSpPr>
        <p:spPr>
          <a:xfrm>
            <a:off x="8878824" y="1965960"/>
            <a:ext cx="260604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8878824" y="16733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78824" y="2011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15984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Security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15984" y="3063240"/>
            <a:ext cx="2331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Schoology courses; attended Network Security session on LAN/PAN/MAN/WAN &amp; topologies; started Day 4 task; completed Week 1 and updated monday.com.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 · Week 1 Status Update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Monday — Project Kickoff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713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1, Semester 3   ·   Aug 17,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whether the GitHub webpage was loading correctly with the GitHub theme updated the previous week.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957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Week 1 of the project, created and tracked in monday.com.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3697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Day 1 task and documented the scope of the Healthcare IAM Operational project.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07822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about Agentic Tools for the first time.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992624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91947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monday.com to reflect that the Day 1 task was completed.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 · Week 1 Status Update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Tuesday — Tooling &amp; Day 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713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1, Semester 3   ·   Aug 18,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learning about Agentic Tools; downloaded and installed Trae (IDE).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957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is an AI-powered IDE by ByteDance, built as a VS Code fork — blends traditional code editing with AI assistance and multi-agent capabilities for real-time code generation, debugging, and autonomous project building.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3697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GitHub Pages checklist final activity; edited and pushed changes to GitHub using Trae.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07822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on and documented the Day 2 task of Week 1.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992624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91947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Day 1 and Day 2 documentation to the Semester 3 document folder, and updated monday.com.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 · Week 1 Status Update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Wednesday — Research &amp; Setup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713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1, Semester 3   ·   Aug 19,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project day — continued working on the Day 3 task; completed and documented it.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957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the project's tech stack options and overall architecture.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3697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new folder, "Network_Security-1," inside the Semester 3 folder to store weekly course documents from Schoology.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07822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exploring available courses on Schoology.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 · Week 1 Status Update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2743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74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Thursday — Network Security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7132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1, Semester 3   ·   Aug 20,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exploring courses on Schoology.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39572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Attended a Network Security session — covered network models (LAN, PAN, MAN, WAN) and topologies (Star, Bus, Ring, Tree, Hybrid).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23697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need to determine which network model and topology best fit the IAM Operational project.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51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07822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the Day 4 task; documented progress and pushed updates to GitHub.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992624"/>
            <a:ext cx="365760" cy="365760"/>
          </a:xfrm>
          <a:prstGeom prst="ellipse">
            <a:avLst/>
          </a:prstGeom>
          <a:solidFill>
            <a:srgbClr val="EAF3F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992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491947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E3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all Week 1 tasks; verified details on GitHub and updated monday.com.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3 · Week 1 Status Update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78308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813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FC7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tasks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371600"/>
            <a:ext cx="178308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4813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FC7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43200" y="21945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explored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(Agentic Tools, Trae IDE)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783080" cy="1554480"/>
          </a:xfrm>
          <a:prstGeom prst="roundRect">
            <a:avLst>
              <a:gd name="adj" fmla="val 5882"/>
            </a:avLst>
          </a:prstGeom>
          <a:solidFill>
            <a:srgbClr val="065A82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81328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FC7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folder set up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(Network_Security-1)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9494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49440" y="190195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7556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Day 4 task documentation and finalize GitHub pushes.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246888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23225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network model &amp; topology for the IAM Operational project.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949440" y="30358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28895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exploring relevant Schoology courses.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49440" y="3602736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34564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Week 2 planning in monday.com.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989320"/>
            <a:ext cx="10881360" cy="0"/>
          </a:xfrm>
          <a:prstGeom prst="line">
            <a:avLst/>
          </a:prstGeom>
          <a:noFill/>
          <a:ln w="1270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Sabitha S Karanavar  ·  Semester 3, Week 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2026-08-20T17:19:04Z</dcterms:created>
  <dcterms:modified xsi:type="dcterms:W3CDTF">2026-08-20T17:19:04Z</dcterms:modified>
</cp:coreProperties>
</file>