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16223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97280"/>
            <a:ext cx="2926080" cy="2926080"/>
          </a:xfrm>
          <a:prstGeom prst="ellipse">
            <a:avLst/>
          </a:prstGeom>
          <a:solidFill>
            <a:srgbClr val="0F7C7C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3931920"/>
            <a:ext cx="2011680" cy="2011680"/>
          </a:xfrm>
          <a:prstGeom prst="ellipse">
            <a:avLst/>
          </a:prstGeom>
          <a:solidFill>
            <a:srgbClr val="2FB6A1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B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2  ·  PROJECT JOURNEY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IAM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Analyst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career exploration to a 12-week Identity &amp; Access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project — a four-week build-up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Sabitha S Karanavar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Four-Week Journey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path from tooling fundamentals to a defined, scoped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06240"/>
          </a:xfrm>
          <a:prstGeom prst="roundRect">
            <a:avLst>
              <a:gd name="adj" fmla="val 287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953512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657600"/>
            <a:ext cx="20391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Linux terminal, and Git fundamentals; explored career paths and chose cybersecurity.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6704" y="1600200"/>
            <a:ext cx="2542032" cy="4206240"/>
          </a:xfrm>
          <a:prstGeom prst="roundRect">
            <a:avLst>
              <a:gd name="adj" fmla="val 287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02736" y="265176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02736" y="2953512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02736" y="3657600"/>
            <a:ext cx="20391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16 cybersecurity specializations and shortlisted IAM Analyst as the target role.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44768" y="1600200"/>
            <a:ext cx="2542032" cy="4206240"/>
          </a:xfrm>
          <a:prstGeom prst="roundRect">
            <a:avLst>
              <a:gd name="adj" fmla="val 287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265176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953512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Brainstorming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0391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 healthcare-focused IAM project and mapped a certification plan.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42832" y="1600200"/>
            <a:ext cx="2542032" cy="4206240"/>
          </a:xfrm>
          <a:prstGeom prst="roundRect">
            <a:avLst>
              <a:gd name="adj" fmla="val 2878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71432" y="18745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9171432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98864" y="265176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98864" y="2953512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Start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98864" y="3657600"/>
            <a:ext cx="203911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12-week project plan, a GitHub portfolio page, and refreshed career materials.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IAM Security Analyst Project  |  Semester 2 Journey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B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Up the Foundation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GitHub, the Linux terminal, and core Git fundamentals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presentation on Git &amp; GitHub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which career track to pursue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ChatGPT, Gemini, NotebookLM, and Claude to compare career paths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the CyberSeek website to better understand career pathways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to pursue Cybersecurity — greater interest in the security side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223760" y="160020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INTRODUCED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0" y="2377440"/>
            <a:ext cx="128016" cy="128016"/>
          </a:xfrm>
          <a:prstGeom prst="ellipse">
            <a:avLst/>
          </a:prstGeom>
          <a:solidFill>
            <a:srgbClr val="2FB6A1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2267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3154680"/>
            <a:ext cx="128016" cy="128016"/>
          </a:xfrm>
          <a:prstGeom prst="ellipse">
            <a:avLst/>
          </a:prstGeom>
          <a:solidFill>
            <a:srgbClr val="2FB6A1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3044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89520" y="3931920"/>
            <a:ext cx="128016" cy="128016"/>
          </a:xfrm>
          <a:prstGeom prst="ellipse">
            <a:avLst/>
          </a:prstGeom>
          <a:solidFill>
            <a:srgbClr val="2FB6A1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822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4709160"/>
            <a:ext cx="128016" cy="128016"/>
          </a:xfrm>
          <a:prstGeom prst="ellipse">
            <a:avLst/>
          </a:prstGeom>
          <a:solidFill>
            <a:srgbClr val="2FB6A1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4599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Tools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0" y="5120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chose Cybersecurity as a career direction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IAM Security Analyst Project  |  Semester 2 Journey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B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Researching a Cybersecurity Title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16 cybersecurity specializations using ChatGPT, Claude, and Gemini NotebookLM — comparing career paths, weighing goals against personal skills, and seeking mentor and peer guidance.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432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 ROLES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Analyst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Analyst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Analyst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Finalized: IAM Security Analyst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began building a GitHub portfolio as a supporting activity.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5146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7432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SELECTION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44348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Release: chose Healthcare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84632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offers stronger job opportunities in IAM security roles.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IAM Security Analyst Project  |  Semester 2 Journey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B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Brainstorming the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126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Brainstormed IAM Security Analyst project ideas using AI tools and job descriptions from LinkedIn, Indeed, and company portals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to build the project for a healthcare industry use case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the project title: “Healthcare IAM Operations”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design document outlining the project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LinkedIn profile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64592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9AA5B5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PLANNED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0" y="246888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560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Cybersecurity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Certificate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361188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3703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 Security+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06640" y="4800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finalized: Healthcare IAM Operations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IAM Security Analyst Project  |  Semester 2 Journey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B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the Plan into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309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12-week project plan in Monday.com and incorporated mentor feedback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understanding the role of an IAM Security Analyst by learning the basics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GitHub portfolio webpage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resume and LinkedIn with the new cybersecurity job role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Thanked mentors and peers for their support and guidance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1645920"/>
            <a:ext cx="438912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B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0" y="23317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12-Week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589520" y="3520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Monday.com with mentor feedback incorporated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4206240"/>
            <a:ext cx="3657600" cy="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46634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the journey of building the Healthcare IAM Operations project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IAM Security Analyst Project  |  Semester 2 Journey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B6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NEXT WEEK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and Ready to Begin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in place heading into the build phase of the Healthcare IAM Operations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0F7C7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67128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12-Week Project Plan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88036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 mapped out in Monday.com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6824" y="196596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194560"/>
            <a:ext cx="502920" cy="502920"/>
          </a:xfrm>
          <a:prstGeom prst="ellipse">
            <a:avLst/>
          </a:prstGeom>
          <a:solidFill>
            <a:srgbClr val="0F7C7C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75504" y="2167128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Page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2856" y="288036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webpage created and live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65008" y="196596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3608" y="2194560"/>
            <a:ext cx="502920" cy="502920"/>
          </a:xfrm>
          <a:prstGeom prst="ellipse">
            <a:avLst/>
          </a:prstGeom>
          <a:solidFill>
            <a:srgbClr val="0F7C7C"/>
          </a:solidFill>
          <a:ln/>
        </p:spPr>
      </p:sp>
      <p:sp>
        <p:nvSpPr>
          <p:cNvPr id="17" name="Text 15"/>
          <p:cNvSpPr/>
          <p:nvPr/>
        </p:nvSpPr>
        <p:spPr>
          <a:xfrm>
            <a:off x="8293608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33688" y="2167128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LinkedIn Profile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88036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with new cybersecurity role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325112"/>
            <a:ext cx="502920" cy="502920"/>
          </a:xfrm>
          <a:prstGeom prst="ellipse">
            <a:avLst/>
          </a:prstGeom>
          <a:solidFill>
            <a:srgbClr val="0F7C7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29768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" y="5010912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being revised and refined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06824" y="4096512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35424" y="4325112"/>
            <a:ext cx="502920" cy="502920"/>
          </a:xfrm>
          <a:prstGeom prst="ellipse">
            <a:avLst/>
          </a:prstGeom>
          <a:solidFill>
            <a:srgbClr val="0F7C7C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75504" y="429768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Notebook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62856" y="5010912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workspace set up for ongoing study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65008" y="4096512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  <a:effectLst>
            <a:outerShdw sx="100000" sy="100000" kx="0" ky="0" algn="bl" rotWithShape="0" blurRad="63500" dist="25400" dir="5400000">
              <a:srgbClr val="9AA5B5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93608" y="4325112"/>
            <a:ext cx="502920" cy="502920"/>
          </a:xfrm>
          <a:prstGeom prst="ellipse">
            <a:avLst/>
          </a:prstGeom>
          <a:solidFill>
            <a:srgbClr val="0F7C7C"/>
          </a:solidFill>
          <a:ln/>
        </p:spPr>
      </p:sp>
      <p:sp>
        <p:nvSpPr>
          <p:cNvPr id="32" name="Text 30"/>
          <p:cNvSpPr/>
          <p:nvPr/>
        </p:nvSpPr>
        <p:spPr>
          <a:xfrm>
            <a:off x="8293608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33688" y="429768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010912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Cybersecurity &amp; CompTIA Security+ queued up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IAM Security Analyst Project  |  Semester 2 Journey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62238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206240"/>
            <a:ext cx="3108960" cy="3108960"/>
          </a:xfrm>
          <a:prstGeom prst="ellipse">
            <a:avLst/>
          </a:prstGeom>
          <a:solidFill>
            <a:srgbClr val="0F7C7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548640"/>
            <a:ext cx="1828800" cy="1828800"/>
          </a:xfrm>
          <a:prstGeom prst="ellipse">
            <a:avLst/>
          </a:prstGeom>
          <a:solidFill>
            <a:srgbClr val="2FB6A1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846320" y="22860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892040" y="3200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 mentors and peers for their support and guidance throughout this journey.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92040" y="3703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B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beginning the build of the Healthcare IAM Operations project.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5120640"/>
            <a:ext cx="2743200" cy="0"/>
          </a:xfrm>
          <a:prstGeom prst="line">
            <a:avLst/>
          </a:prstGeom>
          <a:noFill/>
          <a:ln w="12700">
            <a:solidFill>
              <a:srgbClr val="3A4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89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5532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Sabitha S Karanavar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2026-08-13T17:28:12Z</dcterms:created>
  <dcterms:modified xsi:type="dcterms:W3CDTF">2026-08-13T17:28:12Z</dcterms:modified>
</cp:coreProperties>
</file>