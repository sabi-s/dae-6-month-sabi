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5" name="Image 0" descr="/home/claude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LEARNING JOURNEY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Learning Summary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– Thursday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3AAFB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By, Sabitha S Karanavar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Setup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3100"/>
            <a:ext cx="685800" cy="68580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6" name="Image 0" descr="/home/claude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Basics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1945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CLI navigation across both Mac and Windows environments.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43100"/>
            <a:ext cx="685800" cy="68580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1" name="Image 1" descr="/home/claude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945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password manager tools for safer credential handling.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314700"/>
            <a:ext cx="685800" cy="68580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6" name="Image 2" descr="/home/claude/icon_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34930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35661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to GitHub and created a new repository.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063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314700"/>
            <a:ext cx="685800" cy="68580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21" name="Image 3" descr="/home/claude/icon_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3493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Integration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35661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repository to a local user directory.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686300"/>
            <a:ext cx="685800" cy="68580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26" name="Image 4" descr="/home/claude/icon_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48646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Research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45920" y="49377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Cybersecurity and Backend Development career paths.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6" name="Image 0" descr="/home/claude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Selection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Cybersecurity as the primary learning track.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11680"/>
            <a:ext cx="640080" cy="64008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1" name="Image 1" descr="/home/claude/icon_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21781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Exploration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roles and job opportunities in the field.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011680"/>
            <a:ext cx="640080" cy="64008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6" name="Image 2" descr="/home/claude/icon_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21781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248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pwd, cd, ls, history, clear, and autocomplete.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21" name="Image 3" descr="/home/claude/icon_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235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Files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5166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view and manage hidden files and directories.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7947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69080"/>
            <a:ext cx="640080" cy="64008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26" name="Image 4" descr="/home/claude/icon_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141" y="42355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5166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init, add, commit, status, and push.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7947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069080"/>
            <a:ext cx="640080" cy="64008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31" name="Image 5" descr="/home/claude/icon_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901" y="42355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12480" y="5166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distinction between the tool and the platform.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 in Practice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548640" cy="54864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6" name="Image 0" descr="/home/claude/icon_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3545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3288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80720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GitHub PAT for secure authentication.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92808"/>
            <a:ext cx="548640" cy="54864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1" name="Image 1" descr="/home/claude/icon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03545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3288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Configuration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0" y="280720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username and email for commits.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92808"/>
            <a:ext cx="548640" cy="54864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6" name="Image 2" descr="/home/claude/icon_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203545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53288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Connection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66760" y="280720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remote origin and linked Git with GitHub.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30168"/>
            <a:ext cx="548640" cy="54864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21" name="Image 3" descr="/home/claude/icon_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77281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27024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Authenticate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54456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pushing changes and authenticating successfully.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43400" y="34290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630168"/>
            <a:ext cx="548640" cy="54864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26" name="Image 4" descr="/home/claude/icon_to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77281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27024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0" y="454456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common Git errors independently.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38160" y="34290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3630168"/>
            <a:ext cx="548640" cy="54864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31" name="Image 5" descr="/home/claude/icon_m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406" y="3772814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27024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66760" y="454456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presentation on Git and GitHub.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48640" y="51663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36" name="Image 6" descr="/home/claude/icon_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" y="5510174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7240" y="600760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Research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77240" y="62819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exploring Cybersecurity career paths.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 Deep Dive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240280" y="3246120"/>
            <a:ext cx="914400" cy="91440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6" name="Image 0" descr="/home/claude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3483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434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Ahead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20640" y="1737360"/>
            <a:ext cx="649224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2011680"/>
            <a:ext cx="685800" cy="68580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0" name="Image 1" descr="/home/claude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68" y="21899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199339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Research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263640" y="242316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explored Cybersecurity roles and industry paths, comparing responsibilities and day-to-day work across teams.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120640" y="4023360"/>
            <a:ext cx="649224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8896B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94960" y="4297680"/>
            <a:ext cx="685800" cy="68580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5" name="Image 2" descr="/home/claude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68" y="44759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427939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263640" y="470916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entry-level positions, certifications, and a structured learning roadmap for the months ahead.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Week 1 Delivered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6" name="Image 0" descr="/home/claude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3253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7627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navigating the terminal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9" name="Image 1" descr="/home/claude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310255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95351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Git &amp; GitHub workflow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2" name="Image 2" descr="/home/claude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87979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73075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create and authenticate repositories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5" name="Image 3" descr="/home/claude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465703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50799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troubleshooting skills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rgbClr val="3AAFB9"/>
          </a:solidFill>
          <a:ln/>
        </p:spPr>
      </p:sp>
      <p:pic>
        <p:nvPicPr>
          <p:cNvPr id="18" name="Image 4" descr="/home/claude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" y="543427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528523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Cybersecurity as a career path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2026-07-23T17:09:39Z</dcterms:created>
  <dcterms:modified xsi:type="dcterms:W3CDTF">2026-07-23T17:09:39Z</dcterms:modified>
</cp:coreProperties>
</file>